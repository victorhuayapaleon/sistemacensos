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72" r:id="rId10"/>
    <p:sldId id="266" r:id="rId11"/>
    <p:sldId id="270" r:id="rId12"/>
    <p:sldId id="269" r:id="rId13"/>
    <p:sldId id="271" r:id="rId14"/>
    <p:sldId id="273" r:id="rId15"/>
    <p:sldId id="267" r:id="rId16"/>
    <p:sldId id="268" r:id="rId17"/>
    <p:sldId id="274" r:id="rId18"/>
    <p:sldId id="275" r:id="rId19"/>
    <p:sldId id="26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10/22/2020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Sistema Censos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 smtClean="0"/>
              <a:t>Lenguaje de Programación Orientada a objetos</a:t>
            </a:r>
          </a:p>
          <a:p>
            <a:r>
              <a:rPr lang="es-PE" dirty="0" smtClean="0"/>
              <a:t>Grupo 5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6868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Reporte Personal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52" y="1387967"/>
            <a:ext cx="8977044" cy="452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 smtClean="0"/>
              <a:t>Trello</a:t>
            </a:r>
            <a:r>
              <a:rPr lang="es-PE" dirty="0" smtClean="0"/>
              <a:t> </a:t>
            </a:r>
            <a:br>
              <a:rPr lang="es-PE" dirty="0" smtClean="0"/>
            </a:br>
            <a:r>
              <a:rPr lang="es-PE" dirty="0" smtClean="0"/>
              <a:t>Actualizado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06" y="75963"/>
            <a:ext cx="786765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7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9897" y="202421"/>
            <a:ext cx="9404723" cy="1400530"/>
          </a:xfrm>
        </p:spPr>
        <p:txBody>
          <a:bodyPr/>
          <a:lstStyle/>
          <a:p>
            <a:r>
              <a:rPr lang="es-PE" dirty="0" smtClean="0"/>
              <a:t>Diagrama de Clases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4" y="946500"/>
            <a:ext cx="10315575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Capa </a:t>
            </a:r>
            <a:r>
              <a:rPr lang="es-PE" dirty="0" err="1" smtClean="0"/>
              <a:t>Model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482" y="1853248"/>
            <a:ext cx="3778846" cy="385641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698" y="1853248"/>
            <a:ext cx="3687033" cy="381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6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Capa </a:t>
            </a:r>
            <a:r>
              <a:rPr lang="es-PE" dirty="0" err="1" smtClean="0"/>
              <a:t>Controller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1853247"/>
            <a:ext cx="4628843" cy="387785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835" y="1853246"/>
            <a:ext cx="4712666" cy="38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4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Capa View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475" y="276260"/>
            <a:ext cx="5053348" cy="597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8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GUI 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22" y="1517426"/>
            <a:ext cx="4619625" cy="33337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472" y="764951"/>
            <a:ext cx="63341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1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05" y="103031"/>
            <a:ext cx="7358946" cy="421549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646" y="3205221"/>
            <a:ext cx="5514354" cy="339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7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96" y="947462"/>
            <a:ext cx="7452835" cy="463985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946" y="1152982"/>
            <a:ext cx="3533657" cy="374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7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 dirty="0"/>
          </a:p>
        </p:txBody>
      </p:sp>
      <p:pic>
        <p:nvPicPr>
          <p:cNvPr id="4" name="Picture 2" descr="https://lh6.googleusercontent.com/ddgysDtDgSim-tM3jf2eyWWqB6ar7tSVpl082Lu8lIPRhD6fC1rdO9vAFoX-IP1OD-Mgnu0nRZEOchboWmgvUGW62gMBgvyhrqp2R1h5ZB3uDuZBV05VV0fesFH2jME9tygc2_O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9" y="308083"/>
            <a:ext cx="5877163" cy="333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lh3.googleusercontent.com/wB03uGZ9uGY_so5UfLpCgAsKLI76t5I6RznYiNsYfSR4IGJ8seoNX7rnwkc4LHRoFMT9Q6do40tcOz4DjupkFZAmPnqBsfzIC_OKq00M6XZF3sgP6Fb3guHSMT2D4KBRbiEutGG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630" y="3398412"/>
            <a:ext cx="6093406" cy="327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51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1030" name="Picture 6" descr="https://lh6.googleusercontent.com/aP3TsoQIiFRFVmGYjfQ-m_S9vUMIgw6TLo_tSHtM-p5xBh5GlW303S8aBO45wy9XEsxD2qstSvcI328HpME4hIdyjFqLz5_ixJGIQ7J1f7IftNINwPbGHofoM5ZlaPfDWLHm7dR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189" y="4313887"/>
            <a:ext cx="3248025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lh4.googleusercontent.com/F26vPwbLEgPGt_9c7-q89cFN9YsOkltPEV0KNZ2QkMRs9yyoQ2tkYfRlDWGTdIf2F4ld_6x5jtzGijho0KuCXa92C6NlI8ybUUE_RMph98XE4h2p2e5YtHZXd54Xt5oPxDOC20F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189" y="452718"/>
            <a:ext cx="3890343" cy="366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lh5.googleusercontent.com/dit4rNQP4naVvzsA41McfyL8cARGPHaIKVMjkLUKMyQ1P_VhIREIDJPotwbiHnxdNbVhMZN7CODAJY0LE463CG5dFHIq38vExcWxjDxcxwU9ObrUG8sEhoHJh7Ga-BFY_nczDZV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610" y="426764"/>
            <a:ext cx="3866905" cy="368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lh4.googleusercontent.com/WYmkr6sRlUZu-Ek87FjDsEWSExuQcY6rfG_pp7CXvQYt9zK5PUmOp9_AiW_-shPLamGCKoAF1I4z67IhiQ7qn1XIW5gYACYB6z7iyy1ZUGx-I_zrcKzqeC_LM2SxD-y8stJW-tW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234" y="4468413"/>
            <a:ext cx="3219450" cy="155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81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2" y="452718"/>
            <a:ext cx="6686550" cy="43053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95" y="1149435"/>
            <a:ext cx="44767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9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4" y="452718"/>
            <a:ext cx="81915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9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1" y="598365"/>
            <a:ext cx="7745253" cy="4308485"/>
          </a:xfr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747" y="1060388"/>
            <a:ext cx="3839111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0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18" y="1152983"/>
            <a:ext cx="9576035" cy="442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86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53" y="378758"/>
            <a:ext cx="5848350" cy="37719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214" y="1472027"/>
            <a:ext cx="42100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1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22" y="666280"/>
            <a:ext cx="584835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6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Persistencia de Datos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44" y="1588970"/>
            <a:ext cx="11123847" cy="273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8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433</TotalTime>
  <Words>27</Words>
  <Application>Microsoft Office PowerPoint</Application>
  <PresentationFormat>Panorámica</PresentationFormat>
  <Paragraphs>11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Sistema Censos</vt:lpstr>
      <vt:lpstr>Reporte Personal</vt:lpstr>
      <vt:lpstr>Trello  Actualizado</vt:lpstr>
      <vt:lpstr>Diagrama de Clases</vt:lpstr>
      <vt:lpstr>Capa Model</vt:lpstr>
      <vt:lpstr>Capa Controller</vt:lpstr>
      <vt:lpstr>Capa View</vt:lpstr>
      <vt:lpstr>GUI 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Persistencia de Datos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Censos</dc:title>
  <dc:creator>Octavio Caceres</dc:creator>
  <cp:lastModifiedBy>Octavio Caceres</cp:lastModifiedBy>
  <cp:revision>8</cp:revision>
  <dcterms:created xsi:type="dcterms:W3CDTF">2020-10-22T17:31:44Z</dcterms:created>
  <dcterms:modified xsi:type="dcterms:W3CDTF">2020-10-23T00:45:02Z</dcterms:modified>
</cp:coreProperties>
</file>